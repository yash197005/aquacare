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57" r:id="rId3"/>
    <p:sldId id="258" r:id="rId4"/>
    <p:sldId id="260" r:id="rId5"/>
    <p:sldId id="264" r:id="rId6"/>
    <p:sldId id="265" r:id="rId7"/>
    <p:sldId id="263" r:id="rId8"/>
    <p:sldId id="266" r:id="rId9"/>
    <p:sldId id="267"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13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4C5C-D5EF-4204-9DA5-BA1534535ED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5F335FF-9E56-47E8-9A47-3C4DEAC9EBBD}"/>
              </a:ext>
            </a:extLst>
          </p:cNvPr>
          <p:cNvSpPr>
            <a:spLocks noGrp="1"/>
          </p:cNvSpPr>
          <p:nvPr>
            <p:ph idx="1"/>
          </p:nvPr>
        </p:nvSpPr>
        <p:spPr>
          <a:xfrm>
            <a:off x="457199" y="1463358"/>
            <a:ext cx="8079971" cy="4684222"/>
          </a:xfrm>
        </p:spPr>
        <p:txBody>
          <a:bodyPr>
            <a:noAutofit/>
          </a:bodyPr>
          <a:lstStyle/>
          <a:p>
            <a:pPr marL="0" indent="0" algn="just">
              <a:buNone/>
            </a:pPr>
            <a:r>
              <a:rPr lang="en-US" sz="2800" dirty="0">
                <a:latin typeface="Times New Roman" panose="02020603050405020304" pitchFamily="18" charset="0"/>
                <a:cs typeface="Times New Roman" panose="02020603050405020304" pitchFamily="18" charset="0"/>
              </a:rPr>
              <a:t>Water pollution has become a critical environmental issue worldwide due to rapid urbanization and industrialization. Rivers being primary sources of freshwater are increasingly contaminated by floating waste materials such as plastic bottles, bags, and other debris. Traditional cleaning methods rely heavily on manual labor which is time-consuming, inefficient and often hazardous. With advancements in Artificial Intelligence (AI) and robotics, autonomous systems can now be deployed for environmental monitoring and waste management.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0860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Water bodies (rivers, lakes) are polluted with : </a:t>
            </a:r>
          </a:p>
          <a:p>
            <a:pPr marL="742950" lvl="1" indent="-28575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Plastic bottles </a:t>
            </a:r>
          </a:p>
          <a:p>
            <a:pPr marL="742950" lvl="1" indent="-28575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Wrappers </a:t>
            </a:r>
          </a:p>
          <a:p>
            <a:pPr marL="742950" lvl="1" indent="-28575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Floating debris </a:t>
            </a:r>
            <a:endParaRPr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dirty="0">
                <a:latin typeface="Times New Roman" panose="02020603050405020304" pitchFamily="18" charset="0"/>
                <a:cs typeface="Times New Roman" panose="02020603050405020304" pitchFamily="18" charset="0"/>
              </a:rPr>
              <a:t>Manual cleaning is inefficient and unsafe</a:t>
            </a:r>
            <a:r>
              <a:rPr lang="en-IN"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 we need an automated intelligent system for autonomous cleaning.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 waste using AI</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Move toward waste automatically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waste using conveyor mechanism</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Monitor system in real-time using IoT Dashboard</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Working Principle</a:t>
            </a:r>
          </a:p>
        </p:txBody>
      </p:sp>
      <p:sp>
        <p:nvSpPr>
          <p:cNvPr id="3" name="Content Placeholder 2"/>
          <p:cNvSpPr>
            <a:spLocks noGrp="1"/>
          </p:cNvSpPr>
          <p:nvPr>
            <p:ph idx="1"/>
          </p:nvPr>
        </p:nvSpPr>
        <p:spPr/>
        <p:txBody>
          <a:bodyPr>
            <a:normAutofit lnSpcReduction="10000"/>
          </a:bodyPr>
          <a:lstStyle/>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ESP32 Cam capture images</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Then images sends to Flask server</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YOLO detects waste in images</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System calculates position</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Robot aligns (left/right)</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Moves forward</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Conveyor collects waste</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Waste disappears from frame → collected</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a:t>
            </a:r>
          </a:p>
        </p:txBody>
      </p:sp>
      <p:sp>
        <p:nvSpPr>
          <p:cNvPr id="3" name="Content Placeholder 2"/>
          <p:cNvSpPr>
            <a:spLocks noGrp="1"/>
          </p:cNvSpPr>
          <p:nvPr>
            <p:ph idx="1"/>
          </p:nvPr>
        </p:nvSpPr>
        <p:spPr/>
        <p:txBody>
          <a:bodyPr/>
          <a:lstStyle/>
          <a:p>
            <a:pPr marL="514350" indent="-514350">
              <a:buFont typeface="+mj-lt"/>
              <a:buAutoNum type="arabicPeriod"/>
            </a:pPr>
            <a:r>
              <a:rPr b="1" dirty="0">
                <a:latin typeface="Times New Roman" panose="02020603050405020304" pitchFamily="18" charset="0"/>
                <a:cs typeface="Times New Roman" panose="02020603050405020304" pitchFamily="18" charset="0"/>
              </a:rPr>
              <a:t>Conveyor issues</a:t>
            </a:r>
            <a:r>
              <a:rPr lang="en-IN" b="1"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waste not collecting properly, solve by making it in ramp shape.</a:t>
            </a:r>
            <a:endParaRPr dirty="0">
              <a:latin typeface="Times New Roman" panose="02020603050405020304" pitchFamily="18" charset="0"/>
              <a:cs typeface="Times New Roman" panose="02020603050405020304" pitchFamily="18" charset="0"/>
            </a:endParaRPr>
          </a:p>
          <a:p>
            <a:pPr marL="514350" indent="-514350">
              <a:buFont typeface="+mj-lt"/>
              <a:buAutoNum type="arabicPeriod"/>
            </a:pPr>
            <a:r>
              <a:rPr b="1" dirty="0">
                <a:latin typeface="Times New Roman" panose="02020603050405020304" pitchFamily="18" charset="0"/>
                <a:cs typeface="Times New Roman" panose="02020603050405020304" pitchFamily="18" charset="0"/>
              </a:rPr>
              <a:t>Low FPS</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Delay due to processing</a:t>
            </a:r>
            <a:endParaRPr dirty="0">
              <a:latin typeface="Times New Roman" panose="02020603050405020304" pitchFamily="18" charset="0"/>
              <a:cs typeface="Times New Roman" panose="02020603050405020304" pitchFamily="18" charset="0"/>
            </a:endParaRPr>
          </a:p>
          <a:p>
            <a:pPr marL="514350" indent="-514350">
              <a:buFont typeface="+mj-lt"/>
              <a:buAutoNum type="arabicPeriod"/>
            </a:pPr>
            <a:r>
              <a:rPr b="1" dirty="0">
                <a:latin typeface="Times New Roman" panose="02020603050405020304" pitchFamily="18" charset="0"/>
                <a:cs typeface="Times New Roman" panose="02020603050405020304" pitchFamily="18" charset="0"/>
              </a:rPr>
              <a:t>Power management</a:t>
            </a:r>
            <a:r>
              <a:rPr lang="en-IN" b="1"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Fixed using buck converter.</a:t>
            </a:r>
          </a:p>
          <a:p>
            <a:pPr marL="514350" indent="-514350">
              <a:buFont typeface="+mj-lt"/>
              <a:buAutoNum type="arabicPeriod"/>
            </a:pPr>
            <a:r>
              <a:rPr lang="en-IN" b="1" dirty="0">
                <a:latin typeface="Times New Roman" panose="02020603050405020304" pitchFamily="18" charset="0"/>
                <a:cs typeface="Times New Roman" panose="02020603050405020304" pitchFamily="18" charset="0"/>
              </a:rPr>
              <a:t>Robot Design : </a:t>
            </a:r>
            <a:r>
              <a:rPr lang="en-IN" dirty="0">
                <a:latin typeface="Times New Roman" panose="02020603050405020304" pitchFamily="18" charset="0"/>
                <a:cs typeface="Times New Roman" panose="02020603050405020304" pitchFamily="18" charset="0"/>
              </a:rPr>
              <a:t>Designing robot in such a way it can float over water surface.</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a:t>
            </a:r>
          </a:p>
        </p:txBody>
      </p:sp>
      <p:sp>
        <p:nvSpPr>
          <p:cNvPr id="3" name="Content Placeholder 2"/>
          <p:cNvSpPr>
            <a:spLocks noGrp="1"/>
          </p:cNvSpPr>
          <p:nvPr>
            <p:ph idx="1"/>
          </p:nvPr>
        </p:nvSpPr>
        <p:spPr/>
        <p:txBody>
          <a:bodyPr/>
          <a:lstStyle/>
          <a:p>
            <a:r>
              <a:rPr dirty="0"/>
              <a:t>Smart cities</a:t>
            </a:r>
          </a:p>
          <a:p>
            <a:r>
              <a:rPr dirty="0"/>
              <a:t>River</a:t>
            </a:r>
            <a:r>
              <a:rPr lang="en-IN" dirty="0"/>
              <a:t>/lakes</a:t>
            </a:r>
            <a:r>
              <a:rPr dirty="0"/>
              <a:t> cleaning</a:t>
            </a:r>
          </a:p>
          <a:p>
            <a:r>
              <a:rPr dirty="0"/>
              <a:t>Industrial waste</a:t>
            </a:r>
            <a:r>
              <a:rPr lang="en-IN" dirty="0"/>
              <a:t> collection</a:t>
            </a:r>
            <a:endParaRPr dirty="0"/>
          </a:p>
          <a:p>
            <a:r>
              <a:rPr lang="en-IN" dirty="0"/>
              <a:t>Environmental Protection</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pPr algn="just"/>
            <a:r>
              <a:rPr dirty="0">
                <a:latin typeface="Times New Roman" panose="02020603050405020304" pitchFamily="18" charset="0"/>
                <a:cs typeface="Times New Roman" panose="02020603050405020304" pitchFamily="18" charset="0"/>
              </a:rPr>
              <a:t>Successful detection</a:t>
            </a:r>
            <a:r>
              <a:rPr lang="en-IN" dirty="0">
                <a:latin typeface="Times New Roman" panose="02020603050405020304" pitchFamily="18" charset="0"/>
                <a:cs typeface="Times New Roman" panose="02020603050405020304" pitchFamily="18" charset="0"/>
              </a:rPr>
              <a:t> of waste</a:t>
            </a:r>
            <a:endParaRPr dirty="0">
              <a:latin typeface="Times New Roman" panose="02020603050405020304" pitchFamily="18" charset="0"/>
              <a:cs typeface="Times New Roman" panose="02020603050405020304" pitchFamily="18" charset="0"/>
            </a:endParaRPr>
          </a:p>
          <a:p>
            <a:pPr algn="just"/>
            <a:r>
              <a:rPr dirty="0">
                <a:latin typeface="Times New Roman" panose="02020603050405020304" pitchFamily="18" charset="0"/>
                <a:cs typeface="Times New Roman" panose="02020603050405020304" pitchFamily="18" charset="0"/>
              </a:rPr>
              <a:t>Autonomous movement</a:t>
            </a:r>
          </a:p>
          <a:p>
            <a:pPr algn="just"/>
            <a:r>
              <a:rPr dirty="0">
                <a:latin typeface="Times New Roman" panose="02020603050405020304" pitchFamily="18" charset="0"/>
                <a:cs typeface="Times New Roman" panose="02020603050405020304" pitchFamily="18" charset="0"/>
              </a:rPr>
              <a:t>Waste collection achieved</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Real Time IoT Dashboard works properly</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4" name="Rectangle 1">
            <a:extLst>
              <a:ext uri="{FF2B5EF4-FFF2-40B4-BE49-F238E27FC236}">
                <a16:creationId xmlns:a16="http://schemas.microsoft.com/office/drawing/2014/main" id="{FE4682CB-1A06-470B-8132-4E4324DBB411}"/>
              </a:ext>
            </a:extLst>
          </p:cNvPr>
          <p:cNvSpPr>
            <a:spLocks noGrp="1" noChangeArrowheads="1"/>
          </p:cNvSpPr>
          <p:nvPr>
            <p:ph idx="1"/>
          </p:nvPr>
        </p:nvSpPr>
        <p:spPr bwMode="auto">
          <a:xfrm>
            <a:off x="457200" y="1507735"/>
            <a:ext cx="8229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successfully demonstrates an AI-powered autonomous waste collection system that reduces human effort and improves environmental cleanliness. The robot successfully detect waste using YOLO model, navigate towards it and collect it in bin using conveyor mechanism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7B93-50AB-4EBD-A571-7404D9653494}"/>
              </a:ext>
            </a:extLst>
          </p:cNvPr>
          <p:cNvSpPr>
            <a:spLocks noGrp="1"/>
          </p:cNvSpPr>
          <p:nvPr>
            <p:ph type="title"/>
          </p:nvPr>
        </p:nvSpPr>
        <p:spPr>
          <a:xfrm>
            <a:off x="457200" y="2857500"/>
            <a:ext cx="8229600" cy="1143000"/>
          </a:xfrm>
        </p:spPr>
        <p:txBody>
          <a:bodyPr>
            <a:noAutofit/>
          </a:bodyPr>
          <a:lstStyle/>
          <a:p>
            <a:r>
              <a:rPr lang="en-IN" sz="8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057705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258</TotalTime>
  <Words>296</Words>
  <Application>Microsoft Office PowerPoint</Application>
  <PresentationFormat>On-screen Show (4:3)</PresentationFormat>
  <Paragraphs>41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 New Roman</vt:lpstr>
      <vt:lpstr>Wingdings</vt:lpstr>
      <vt:lpstr>Office Theme</vt:lpstr>
      <vt:lpstr>Introduction</vt:lpstr>
      <vt:lpstr>Problem Statement</vt:lpstr>
      <vt:lpstr>Objective</vt:lpstr>
      <vt:lpstr>Working Principle</vt:lpstr>
      <vt:lpstr>Challenges</vt:lpstr>
      <vt:lpstr>Applications</vt:lpstr>
      <vt:lpstr>Results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Water Waste Detection Robot</dc:title>
  <dc:subject/>
  <dc:creator>Lenovo</dc:creator>
  <cp:keywords/>
  <dc:description>generated using python-pptx</dc:description>
  <cp:lastModifiedBy>yashsahu6665@gmail.com</cp:lastModifiedBy>
  <cp:revision>11</cp:revision>
  <dcterms:created xsi:type="dcterms:W3CDTF">2013-01-27T09:14:16Z</dcterms:created>
  <dcterms:modified xsi:type="dcterms:W3CDTF">2026-06-11T15:57:01Z</dcterms:modified>
  <cp:category/>
</cp:coreProperties>
</file>